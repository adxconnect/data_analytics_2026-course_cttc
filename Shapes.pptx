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66FF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F88B8-4318-303F-8BDA-686AF7ADEC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CA828E-E4C4-6D65-C0C1-202F0CA4B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05239C-20E0-01DD-034A-87663B8A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5358B-EDFD-65BC-48C1-43850376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5D727-69CC-F95B-1AE4-C98D74D55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329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2EE96-8A02-8CBB-ED1D-8FF650A87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777C2-1CE2-8F41-4A63-7FE97BC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2D4FC-9993-1AEA-ADE1-070C7CFD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7FA72-0845-1EE3-8146-B1181D018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1C2EB-0BB3-8936-FB2A-230F5070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76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0CBB7-6F43-A87F-D5F1-2A421C87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480DF-AE1B-5F6D-A5A2-E55F4FD41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9D421-1C47-9D3B-0254-87391C69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B518C-6728-BCDA-327D-4D656AA6F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BFE15-496E-7E3D-B21A-D56FAAB1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4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8C931-7C74-BFC5-A9A0-CAA8DCE37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F0EB5-05EB-5096-8AFD-CE7ED18A8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87741-42E8-2420-B133-CD6F94F24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77C728-97C0-D3C5-7C05-01C748A6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D1A62-2A5E-4A16-92CA-023E72C7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5C4B5-A22B-696E-158F-C9ED48947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58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80C67-E82E-770D-CEAF-F64F36383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B0E3B-8A45-7A5F-CDC5-3AE674430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95CBB0-C5D3-44D0-ABAA-2FE0438029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70E311-4A13-2532-6CDB-212CA2A96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9FFE99-382C-C970-6226-A6E1038971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856344-A662-7E80-7815-17F4C831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E48D0-1F50-9F3D-C78B-C440153A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A6D11B-2670-9EA8-DD6D-5A009DEC4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7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B507-F428-B143-7535-41EDE523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58983-CD41-2FA8-5901-72870DA3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01F447-A6B9-9D29-BDD4-BA2434BE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974D6-828F-D746-354E-7CA7A665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409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CE2E6-D7FB-01EF-1E8D-5BC3723A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AC1423-D665-4D22-FE13-C97748561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9D9F4-8BC1-3BF7-BE5E-D766AC76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093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C1620-BE4D-2797-D0A7-41F45D94D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5BE30-F0E8-9692-7B21-CCE31D57A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FA5A2-2CEB-67CE-A8D5-0337E074D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73C85-EF7D-E07F-4730-AF1F01B7B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B015F-DF27-5010-ED39-FD41F37E8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DADBF-CD64-4B5E-22B1-A11CED34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184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0C784-FD57-DC20-7D75-93563C9E0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FDBCFE-2FAE-C80E-F7C3-10BD9D9B3E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00DC-F337-28E5-301A-0617F1717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EDB39-3954-F3F0-6292-AC6673CF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D0721-BB19-B95A-884B-671E48F96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DD7E3-A679-6EE5-6EF3-16EDA4E9A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06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974-B390-DBF9-34DE-114793591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6C213-0FEF-1000-2928-63CFA360C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5233E-F9D9-3B23-3670-CEB69F812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27004-80C7-D559-DB75-40118167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B4C91-709D-BA98-9001-51415465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99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13AF-AF42-9151-0DD5-5F70E4B85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B8AD0-9106-065F-0496-6CC2E0267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710D-2D93-0F9B-1CEE-54CB05D90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926F4-D9C2-C5F5-531E-5692A66C3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59B3D-72B0-7239-F68A-3A037191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495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B1E47-8266-835E-EED1-68BA0E0B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49CC5-249B-BFE3-ED5D-ADD5123D6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F319C-8638-37DD-E7CA-265B92235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DE978-58D1-439D-890B-D4AD7C67CD4D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CC176-543A-64E4-E91B-0AC7EC1759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FCEE6-4128-5777-8039-D5AC168728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ED752-C553-4A33-AF0A-330C926B8E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92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728B4EA-C9D2-3DFB-5E31-D47DAB27BEAD}"/>
              </a:ext>
            </a:extLst>
          </p:cNvPr>
          <p:cNvGrpSpPr/>
          <p:nvPr/>
        </p:nvGrpSpPr>
        <p:grpSpPr>
          <a:xfrm>
            <a:off x="15240" y="0"/>
            <a:ext cx="12176760" cy="6858000"/>
            <a:chOff x="15240" y="0"/>
            <a:chExt cx="11498424" cy="623771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5700D8-C8E5-BDD5-8903-041C174A16B6}"/>
                </a:ext>
              </a:extLst>
            </p:cNvPr>
            <p:cNvSpPr/>
            <p:nvPr/>
          </p:nvSpPr>
          <p:spPr>
            <a:xfrm>
              <a:off x="18349" y="4864"/>
              <a:ext cx="11495315" cy="6232849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826DD05-E883-CF4A-21C1-8BD0A5C6BEDF}"/>
                </a:ext>
              </a:extLst>
            </p:cNvPr>
            <p:cNvSpPr/>
            <p:nvPr/>
          </p:nvSpPr>
          <p:spPr>
            <a:xfrm>
              <a:off x="15240" y="0"/>
              <a:ext cx="6540761" cy="727788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E87AF5-2C63-A834-091E-868A0EE02F50}"/>
                </a:ext>
              </a:extLst>
            </p:cNvPr>
            <p:cNvSpPr/>
            <p:nvPr/>
          </p:nvSpPr>
          <p:spPr>
            <a:xfrm>
              <a:off x="15240" y="732652"/>
              <a:ext cx="11495315" cy="625151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EA06D7-75C1-C8C1-38B0-51CA71B90F7B}"/>
                </a:ext>
              </a:extLst>
            </p:cNvPr>
            <p:cNvCxnSpPr/>
            <p:nvPr/>
          </p:nvCxnSpPr>
          <p:spPr>
            <a:xfrm>
              <a:off x="2481943" y="1035698"/>
              <a:ext cx="0" cy="625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ADE0B23-1885-3067-728E-A8AE430DDA78}"/>
                </a:ext>
              </a:extLst>
            </p:cNvPr>
            <p:cNvCxnSpPr/>
            <p:nvPr/>
          </p:nvCxnSpPr>
          <p:spPr>
            <a:xfrm>
              <a:off x="9540164" y="1035698"/>
              <a:ext cx="0" cy="625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D9004F4-2DC5-4617-2A2B-B2580754DBE7}"/>
                </a:ext>
              </a:extLst>
            </p:cNvPr>
            <p:cNvCxnSpPr/>
            <p:nvPr/>
          </p:nvCxnSpPr>
          <p:spPr>
            <a:xfrm>
              <a:off x="7155218" y="1035698"/>
              <a:ext cx="0" cy="625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5D3790C-B5AB-CDC3-2CBB-F36DE4DD8935}"/>
                </a:ext>
              </a:extLst>
            </p:cNvPr>
            <p:cNvCxnSpPr/>
            <p:nvPr/>
          </p:nvCxnSpPr>
          <p:spPr>
            <a:xfrm>
              <a:off x="4786604" y="1035698"/>
              <a:ext cx="0" cy="625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B25717-1237-8703-2871-E24FF7234805}"/>
                </a:ext>
              </a:extLst>
            </p:cNvPr>
            <p:cNvSpPr/>
            <p:nvPr/>
          </p:nvSpPr>
          <p:spPr>
            <a:xfrm>
              <a:off x="19030" y="1357802"/>
              <a:ext cx="3246372" cy="2332653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3FDC175-5B5F-CA5A-9317-1F4AC459D2BA}"/>
                </a:ext>
              </a:extLst>
            </p:cNvPr>
            <p:cNvSpPr/>
            <p:nvPr/>
          </p:nvSpPr>
          <p:spPr>
            <a:xfrm>
              <a:off x="7632128" y="1357802"/>
              <a:ext cx="3868414" cy="2332653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5E96EB-3484-70D0-426D-BBDF42C60DE4}"/>
                </a:ext>
              </a:extLst>
            </p:cNvPr>
            <p:cNvSpPr/>
            <p:nvPr/>
          </p:nvSpPr>
          <p:spPr>
            <a:xfrm>
              <a:off x="19028" y="3690455"/>
              <a:ext cx="3246372" cy="2547258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0906F9A-57C0-6171-8F05-1076BA486D00}"/>
                </a:ext>
              </a:extLst>
            </p:cNvPr>
            <p:cNvSpPr/>
            <p:nvPr/>
          </p:nvSpPr>
          <p:spPr>
            <a:xfrm>
              <a:off x="3252279" y="3690455"/>
              <a:ext cx="3194858" cy="2547258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D5CF5A-A0C5-919C-0E9F-2C7D5EE50155}"/>
                </a:ext>
              </a:extLst>
            </p:cNvPr>
            <p:cNvSpPr/>
            <p:nvPr/>
          </p:nvSpPr>
          <p:spPr>
            <a:xfrm>
              <a:off x="6447138" y="3690455"/>
              <a:ext cx="2593914" cy="2547258"/>
            </a:xfrm>
            <a:prstGeom prst="rect">
              <a:avLst/>
            </a:prstGeom>
            <a:noFill/>
            <a:ln w="38100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683D830-8ED2-3717-DF23-13FA0C86BBD2}"/>
              </a:ext>
            </a:extLst>
          </p:cNvPr>
          <p:cNvSpPr/>
          <p:nvPr/>
        </p:nvSpPr>
        <p:spPr>
          <a:xfrm>
            <a:off x="30479" y="800100"/>
            <a:ext cx="2511963" cy="70104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9D19C8-671D-269B-FF2C-F91BDA10E11C}"/>
              </a:ext>
            </a:extLst>
          </p:cNvPr>
          <p:cNvSpPr/>
          <p:nvPr/>
        </p:nvSpPr>
        <p:spPr>
          <a:xfrm>
            <a:off x="2559415" y="798709"/>
            <a:ext cx="2511963" cy="70104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6E0E46-3825-684E-C05D-FEB40AAD7CF4}"/>
              </a:ext>
            </a:extLst>
          </p:cNvPr>
          <p:cNvSpPr/>
          <p:nvPr/>
        </p:nvSpPr>
        <p:spPr>
          <a:xfrm>
            <a:off x="5074420" y="803193"/>
            <a:ext cx="2511963" cy="70104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FCAC4-B36B-3829-75A5-F87FD04F594F}"/>
              </a:ext>
            </a:extLst>
          </p:cNvPr>
          <p:cNvSpPr/>
          <p:nvPr/>
        </p:nvSpPr>
        <p:spPr>
          <a:xfrm>
            <a:off x="7576217" y="801720"/>
            <a:ext cx="2511963" cy="701040"/>
          </a:xfrm>
          <a:prstGeom prst="rect">
            <a:avLst/>
          </a:prstGeom>
          <a:noFill/>
          <a:ln w="381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87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Aniket Banerjee | Δdictech - Δdx®</dc:creator>
  <cp:lastModifiedBy>Aniket Banerjee | Δdictech - Δdx®</cp:lastModifiedBy>
  <cp:revision>3</cp:revision>
  <dcterms:created xsi:type="dcterms:W3CDTF">2026-02-05T15:18:55Z</dcterms:created>
  <dcterms:modified xsi:type="dcterms:W3CDTF">2026-02-08T14:28:50Z</dcterms:modified>
</cp:coreProperties>
</file>